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6"/>
  </p:notes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3DCCF-09F0-4B85-ABD2-1338D3CA44E0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09032-3C47-4B98-996B-B59BBDB335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7213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09032-3C47-4B98-996B-B59BBDB33553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4779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A4CE4-520A-4249-8709-A821709D7D29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A2770-12DD-4DA2-9859-49A478375D3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29697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A4CE4-520A-4249-8709-A821709D7D29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A2770-12DD-4DA2-9859-49A478375D3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8856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A4CE4-520A-4249-8709-A821709D7D29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A2770-12DD-4DA2-9859-49A478375D3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9869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A4CE4-520A-4249-8709-A821709D7D29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A2770-12DD-4DA2-9859-49A478375D3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4396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A4CE4-520A-4249-8709-A821709D7D29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A2770-12DD-4DA2-9859-49A478375D3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8904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A4CE4-520A-4249-8709-A821709D7D29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A2770-12DD-4DA2-9859-49A478375D3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62685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A4CE4-520A-4249-8709-A821709D7D29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A2770-12DD-4DA2-9859-49A478375D3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2732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A4CE4-520A-4249-8709-A821709D7D29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A2770-12DD-4DA2-9859-49A478375D3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6309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A4CE4-520A-4249-8709-A821709D7D29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A2770-12DD-4DA2-9859-49A478375D3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8184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A4CE4-520A-4249-8709-A821709D7D29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A2770-12DD-4DA2-9859-49A478375D3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52496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A4CE4-520A-4249-8709-A821709D7D29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A2770-12DD-4DA2-9859-49A478375D3E}" type="slidenum">
              <a:rPr lang="es-MX" smtClean="0"/>
              <a:t>‹Nº›</a:t>
            </a:fld>
            <a:endParaRPr lang="es-MX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9274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A4CE4-520A-4249-8709-A821709D7D29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A2770-12DD-4DA2-9859-49A478375D3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2056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A4CE4-520A-4249-8709-A821709D7D29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A2770-12DD-4DA2-9859-49A478375D3E}" type="slidenum">
              <a:rPr lang="es-MX" smtClean="0"/>
              <a:t>‹Nº›</a:t>
            </a:fld>
            <a:endParaRPr lang="es-MX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50705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A4CE4-520A-4249-8709-A821709D7D29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A2770-12DD-4DA2-9859-49A478375D3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83884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A4CE4-520A-4249-8709-A821709D7D29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A2770-12DD-4DA2-9859-49A478375D3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92692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A4CE4-520A-4249-8709-A821709D7D29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A2770-12DD-4DA2-9859-49A478375D3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0462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A4CE4-520A-4249-8709-A821709D7D29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25A2770-12DD-4DA2-9859-49A478375D3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139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A790B180-65C7-9031-281B-9764E8D1A82C}"/>
              </a:ext>
            </a:extLst>
          </p:cNvPr>
          <p:cNvSpPr/>
          <p:nvPr/>
        </p:nvSpPr>
        <p:spPr>
          <a:xfrm>
            <a:off x="2297722" y="59494"/>
            <a:ext cx="7596554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UML </a:t>
            </a:r>
            <a:r>
              <a:rPr lang="es-MX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COMUNICACION</a:t>
            </a:r>
            <a:endParaRPr lang="es-MX" sz="4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A28EBCD-7B6D-B1FE-CBED-1BB9C510CE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74" y="1014871"/>
            <a:ext cx="11165451" cy="532201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27483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AFAA5CB-A062-BAB9-496D-E47BCD098F8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77" y="94263"/>
            <a:ext cx="10016645" cy="666947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69C9591-DCF4-ED00-BB77-0E49732A3EFF}"/>
              </a:ext>
            </a:extLst>
          </p:cNvPr>
          <p:cNvSpPr/>
          <p:nvPr/>
        </p:nvSpPr>
        <p:spPr>
          <a:xfrm>
            <a:off x="3955717" y="188526"/>
            <a:ext cx="6172505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UML </a:t>
            </a:r>
            <a:r>
              <a:rPr lang="es-MX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ACTIVIDADES</a:t>
            </a:r>
            <a:endParaRPr lang="es-MX" sz="4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B1F5D4D-F3C6-07CA-8450-9DE75D323089}"/>
              </a:ext>
            </a:extLst>
          </p:cNvPr>
          <p:cNvSpPr/>
          <p:nvPr/>
        </p:nvSpPr>
        <p:spPr>
          <a:xfrm>
            <a:off x="111577" y="1848465"/>
            <a:ext cx="242384" cy="22614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5060E13C-488C-60CB-0B3F-C3EE7ABB0B8A}"/>
              </a:ext>
            </a:extLst>
          </p:cNvPr>
          <p:cNvSpPr/>
          <p:nvPr/>
        </p:nvSpPr>
        <p:spPr>
          <a:xfrm>
            <a:off x="1630661" y="6454879"/>
            <a:ext cx="242384" cy="22614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85623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C6C3335-37D9-0530-D20A-0CA2488B82D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249" y="-63065"/>
            <a:ext cx="10607501" cy="7497078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03F3055B-0B21-ECD7-7C38-EA6ED85666B4}"/>
              </a:ext>
            </a:extLst>
          </p:cNvPr>
          <p:cNvSpPr/>
          <p:nvPr/>
        </p:nvSpPr>
        <p:spPr>
          <a:xfrm>
            <a:off x="-126422" y="437236"/>
            <a:ext cx="4911285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UML</a:t>
            </a:r>
          </a:p>
          <a:p>
            <a:pPr algn="ctr"/>
            <a:r>
              <a:rPr lang="es-MX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CASOS DE USO</a:t>
            </a:r>
            <a:endParaRPr lang="es-MX" sz="4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1310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7F8E6A0-8236-4ED2-2600-A9DD25E5DF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853" y="677352"/>
            <a:ext cx="9866289" cy="603432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280F019-DCCB-0B4B-FB3D-D950F71FA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550" y="5781615"/>
            <a:ext cx="2742594" cy="930060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6EE36BB5-B0F5-680B-39B5-DC2EB75FEF82}"/>
              </a:ext>
            </a:extLst>
          </p:cNvPr>
          <p:cNvSpPr/>
          <p:nvPr/>
        </p:nvSpPr>
        <p:spPr>
          <a:xfrm>
            <a:off x="3058562" y="0"/>
            <a:ext cx="6074873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Modelo Relacional</a:t>
            </a:r>
          </a:p>
        </p:txBody>
      </p:sp>
    </p:spTree>
    <p:extLst>
      <p:ext uri="{BB962C8B-B14F-4D97-AF65-F5344CB8AC3E}">
        <p14:creationId xmlns:p14="http://schemas.microsoft.com/office/powerpoint/2010/main" val="19630615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285</TotalTime>
  <Words>11</Words>
  <Application>Microsoft Office PowerPoint</Application>
  <PresentationFormat>Panorámica</PresentationFormat>
  <Paragraphs>6</Paragraphs>
  <Slides>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Aptos</vt:lpstr>
      <vt:lpstr>Arial</vt:lpstr>
      <vt:lpstr>Trebuchet MS</vt:lpstr>
      <vt:lpstr>Wingdings 3</vt:lpstr>
      <vt:lpstr>Faceta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 Iturbe Bernechea - Alumno</dc:creator>
  <cp:lastModifiedBy>Diego  Iturbe Bernechea - Alumno</cp:lastModifiedBy>
  <cp:revision>3</cp:revision>
  <dcterms:created xsi:type="dcterms:W3CDTF">2026-04-16T19:09:49Z</dcterms:created>
  <dcterms:modified xsi:type="dcterms:W3CDTF">2026-04-21T01:05:45Z</dcterms:modified>
</cp:coreProperties>
</file>